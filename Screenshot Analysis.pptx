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757FA-6571-679E-405F-0AC0898DF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01E6D1-5C27-0F27-8CFE-7DD01EAC3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6204C-E499-D3D7-36B1-2B1759A2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C98C-807B-4001-A5D8-470F15F500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B2117-CEB7-C774-5D91-8E7DE96A3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E30B3-DD11-9250-3468-2BA2E4B74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6F8E-5D38-436F-AD54-43E872C3E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4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60CB4-E128-BBB6-7BBF-0F5F03540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C1711-CE55-3F7E-EEB0-BEF8AD620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DF30B-8649-46EE-7766-AB79C059D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C98C-807B-4001-A5D8-470F15F500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DB338-BD29-FDF3-3880-027CAADFC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5363C-A390-FFC1-EEEC-25FAA3502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6F8E-5D38-436F-AD54-43E872C3E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3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C78A-B9D8-6935-DB6F-6E84098EC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A7768-DAA0-3FE1-F232-DF667C758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D161C-F55C-8A91-8E2D-73C696F18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C98C-807B-4001-A5D8-470F15F500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17358-8067-B519-7ECF-8ED9CE3B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0F79A-C187-0329-E2CC-1B3CB667E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6F8E-5D38-436F-AD54-43E872C3E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42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BE297-D727-7D66-CBF8-FB2413288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74F80-8B7F-2349-34E3-E891E9A81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B27F0-5DBD-36A0-E5B1-C33940B16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C1618-847D-2965-63ED-C8B680938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C98C-807B-4001-A5D8-470F15F500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3DCE9-C83F-9BC1-DE30-E4FD02A53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62731-E3FB-0399-C74D-21C9E69F9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6F8E-5D38-436F-AD54-43E872C3E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58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2AD69-BD53-7A5E-C606-2C5589162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8E64-04CC-F0FB-3662-8D9DBD59C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5EFF2-7F6B-804E-948B-5551D3B4D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E58BD8-5342-DBA2-47BE-4B4DEB0CC3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8BEEA4-C7C6-99C3-3F55-EB63AA451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C77D21-38F3-AE50-47B8-81A0CD003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C98C-807B-4001-A5D8-470F15F500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38CF30-EF86-661F-B3AD-DC336FB61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7537C0-E2CB-63EE-5BE3-47FB1DEA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6F8E-5D38-436F-AD54-43E872C3E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3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58CC7-BCFB-471D-8F42-EAF8F1FA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506A5D-04B4-D656-28AE-FD1DD835D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C98C-807B-4001-A5D8-470F15F500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69EFE7-3AA3-EA47-3891-746249A62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A48A1-42C3-BFC4-4792-BEAE54333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6F8E-5D38-436F-AD54-43E872C3E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762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20B378-4D2E-E7A2-B2B4-2C26399D4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C98C-807B-4001-A5D8-470F15F500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B5785B-C17B-ECE3-C8AE-9518083E6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CD340-0E8A-99CF-4BBD-D49BFAA61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6F8E-5D38-436F-AD54-43E872C3E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07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E6D9-7521-50C5-E65E-DB435896F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D6CE2-4266-6722-C6DE-725F7AD1B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075E16-2562-147E-A7D4-CAF09693A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91778-9DFC-3311-08EC-784A50BE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C98C-807B-4001-A5D8-470F15F500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E612A-4615-B051-B431-1D558C9A7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F45FC-872D-CFD9-81C9-4D899798F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6F8E-5D38-436F-AD54-43E872C3E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89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40D7D-C3B0-190E-8ED0-F9AFA539B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DBE462-8457-4662-7DB1-8BA94DCE32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E0C12C-9CCC-23FA-2150-4560DDBEC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BF643-F99A-68FD-8A98-2D3AEB07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C98C-807B-4001-A5D8-470F15F500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81926-E6D1-D689-EDB3-2CFE15918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FE49B-2831-50D9-9D39-D472CE14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6F8E-5D38-436F-AD54-43E872C3E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D332F-A727-737A-1346-1D945023B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D80EA-B2BF-F528-5AB4-279FF51C6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A35A2-AA5E-8FF4-56E6-BB55F5B88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C98C-807B-4001-A5D8-470F15F500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A687D-20A3-659B-CB43-2E09D0148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C7104-542F-D658-A9E0-A84015956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6F8E-5D38-436F-AD54-43E872C3E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6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A5B50-9B45-6A33-B347-CBA48FE1C9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F9557-EA32-D16F-462E-35F5A99D4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D2CB9-7CD4-0F1D-0181-D1AEB9CC4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C98C-807B-4001-A5D8-470F15F500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3F042-55B5-793D-CEC0-724556A6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14827-B13D-B981-68AE-670D2A46A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6F8E-5D38-436F-AD54-43E872C3E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008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718FD8-F758-D260-F078-0F9C1E059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6C9C7-4807-9F59-18EF-A4D10E033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29D87-BB56-C9FF-27A5-10F91F9723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DC98C-807B-4001-A5D8-470F15F500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B0E4D-C90A-6206-5DE4-97333B5407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3889D-9C15-EF19-F9C4-9D45BB731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D6F8E-5D38-436F-AD54-43E872C3E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17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9A9186-380F-897E-CCAE-3D3C84CC9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33" y="360472"/>
            <a:ext cx="11269133" cy="6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85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FE6D42-83C1-F5B8-23F6-F1E9325A1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262" y="938212"/>
            <a:ext cx="7229475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42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D2A391-C28A-FD3F-FCEC-CC7B06401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66" y="140960"/>
            <a:ext cx="11514667" cy="654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26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D00A01-ACE4-9654-24BE-13C145EED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137" y="554567"/>
            <a:ext cx="846772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22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E1C29A-A10D-47DD-D782-8701267B9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466" y="474133"/>
            <a:ext cx="8397047" cy="590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405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160F10-AC67-ADFD-28A5-A9FDFECC7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12" y="438150"/>
            <a:ext cx="6886575" cy="5981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E75059-0132-9CA5-B052-FA89A837C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525" y="0"/>
            <a:ext cx="8948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51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160F10-AC67-ADFD-28A5-A9FDFECC7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12" y="438150"/>
            <a:ext cx="6886575" cy="5981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2178D6-3BFF-C90D-CD48-C7CC005D8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791" y="0"/>
            <a:ext cx="89364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96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160F10-AC67-ADFD-28A5-A9FDFECC7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12" y="438150"/>
            <a:ext cx="6886575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20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2E74F2-EB8C-88B6-5130-C82C948D0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9" y="0"/>
            <a:ext cx="117017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307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MITRE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Rodney Bollie</dc:creator>
  <cp:lastModifiedBy>Rodney Bollie</cp:lastModifiedBy>
  <cp:revision>1</cp:revision>
  <dcterms:created xsi:type="dcterms:W3CDTF">2026-10-19T15:11:02Z</dcterms:created>
  <dcterms:modified xsi:type="dcterms:W3CDTF">2026-10-19T15:34:54Z</dcterms:modified>
</cp:coreProperties>
</file>